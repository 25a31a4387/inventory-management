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Inventory Management System in C</a:t>
            </a:r>
          </a:p>
          <a:p>
            <a:r>
              <a:t>For Small Shops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products</a:t>
            </a:r>
          </a:p>
          <a:p>
            <a:r>
              <a:t>• Track stock</a:t>
            </a:r>
          </a:p>
          <a:p>
            <a:r>
              <a:t>• Simple file-based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Product</a:t>
            </a:r>
          </a:p>
          <a:p>
            <a:r>
              <a:t>• View Inventory</a:t>
            </a:r>
          </a:p>
          <a:p>
            <a:r>
              <a:t>• Update Quantity</a:t>
            </a:r>
          </a:p>
          <a:p>
            <a:r>
              <a:t>• Delete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Programming</a:t>
            </a:r>
          </a:p>
          <a:p>
            <a:r>
              <a:t>• File Handling</a:t>
            </a:r>
          </a:p>
          <a:p>
            <a:r>
              <a:t>• GCC 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Menu Selection → File Operation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system</a:t>
            </a:r>
          </a:p>
          <a:p>
            <a:r>
              <a:t>• Billing module</a:t>
            </a:r>
          </a:p>
          <a:p>
            <a:r>
              <a:t>• Database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for learning and GitHub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